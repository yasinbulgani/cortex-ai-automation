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 Otomasyon Sureci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Projesi  |  Manuel Test  |  Test Case'ler  |  UI &amp; API Otomasyon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0" y="3017520"/>
            <a:ext cx="36576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Ekibi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Icerik / Agenda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457200" cy="365760"/>
          </a:xfrm>
          <a:prstGeom prst="rect">
            <a:avLst>
              <a:gd name="adj" fmla="val 12500"/>
            </a:avLst>
          </a:prstGeom>
          <a:solidFill>
            <a:srgbClr val="0072C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0789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Test Sureci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28016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 ve yaklasim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645920"/>
            <a:ext cx="457200" cy="365760"/>
          </a:xfrm>
          <a:prstGeom prst="rect">
            <a:avLst>
              <a:gd name="adj" fmla="val 12500"/>
            </a:avLst>
          </a:prstGeom>
          <a:solidFill>
            <a:srgbClr val="0072C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16276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Yakalanan Hatalar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182880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kritik bug raporu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194560"/>
            <a:ext cx="457200" cy="365760"/>
          </a:xfrm>
          <a:prstGeom prst="rect">
            <a:avLst>
              <a:gd name="adj" fmla="val 12500"/>
            </a:avLst>
          </a:prstGeom>
          <a:solidFill>
            <a:srgbClr val="0072C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21762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Case'ler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3774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test senaryosu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2743200"/>
            <a:ext cx="457200" cy="365760"/>
          </a:xfrm>
          <a:prstGeom prst="rect">
            <a:avLst>
              <a:gd name="adj" fmla="val 12500"/>
            </a:avLst>
          </a:prstGeom>
          <a:solidFill>
            <a:srgbClr val="0072C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27249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 Otomasyonu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292608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/ Maven / Cucumber / Allure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291840"/>
            <a:ext cx="457200" cy="365760"/>
          </a:xfrm>
          <a:prstGeom prst="rect">
            <a:avLst>
              <a:gd name="adj" fmla="val 12500"/>
            </a:avLst>
          </a:prstGeom>
          <a:solidFill>
            <a:srgbClr val="0072C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32735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Servis Test Otomasyonu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47472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/ Ayri proje altyapisi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3840480"/>
            <a:ext cx="457200" cy="365760"/>
          </a:xfrm>
          <a:prstGeom prst="rect">
            <a:avLst>
              <a:gd name="adj" fmla="val 12500"/>
            </a:avLst>
          </a:prstGeom>
          <a:solidFill>
            <a:srgbClr val="0072C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71600" y="38221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Plani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402336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bazli 8-haftalik otomasyon takvimi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Test Sureci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743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Manuel Test Sureci &amp; Metodoloji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51760" cy="1143000"/>
          </a:xfrm>
          <a:prstGeom prst="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51560"/>
            <a:ext cx="36576" cy="114300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789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Kesif Testi (Exploratory)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Belirlenen senaryolar uzerinden serbest kesif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Kullanici perspektifinden kritik akislarin izlenmesi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4360" y="18105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UI tutarsizliklarinin anlik tespiti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1143000"/>
          </a:xfrm>
          <a:prstGeom prst="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051560"/>
            <a:ext cx="36576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789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Kutu (Black-Box)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Sistem ic yapisina bakilmaksizin cikti dogrulama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83280" y="15544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Giris/cikis validasyonu ve sinir deger analizi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83280" y="18105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Hatali veri girisi senaryolari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035040" y="1051560"/>
            <a:ext cx="2651760" cy="1143000"/>
          </a:xfrm>
          <a:prstGeom prst="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0" y="1051560"/>
            <a:ext cx="36576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0789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&amp; Negatif Test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Basarili akislar: beklenen dogru cikti dogrulama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172200" y="15544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Hatali giris, bos alan, yetki disi erisim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72200" y="18105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 validasyon kontrolu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8138160" cy="365760"/>
          </a:xfrm>
          <a:prstGeom prst="rect">
            <a:avLst>
              <a:gd name="adj" fmla="val 12500"/>
            </a:avLst>
          </a:prstGeom>
          <a:solidFill>
            <a:srgbClr val="E8F0FE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331720"/>
            <a:ext cx="36576" cy="36576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Test Durumu: Bu haftanin sonunda tum manuel testler tamamlanacak — 72 test case dogrulandi, 30 bug raporlandi.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Ortami &amp; Araclar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Bilgi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https://test-cockpit-ui.bilgeadam.com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Tarayici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Chrome (guncel surum)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Yonetim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tabanli Test Case takibi + Bug Raporlama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Kapsam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Proje Yonetimi, Pipe &amp; Teklif, Rate Kart, Planlama, Arsiv modulleri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Yakalanan Hatalar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743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Yakalanan Hatalar: Ozet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828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51560"/>
            <a:ext cx="18288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Bug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828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051560"/>
            <a:ext cx="18288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1051560"/>
            <a:ext cx="1828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051560"/>
            <a:ext cx="182880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916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Backend/Full.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12280" y="1051560"/>
            <a:ext cx="1828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051560"/>
            <a:ext cx="18288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1228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Kategorileri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31520"/>
                <a:gridCol w="1097280"/>
                <a:gridCol w="3840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Atanan Ekip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Hizalama / CSS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Validasyon Eksikligi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Yuksek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+ Backend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Islevsiz Buton / Fonksiyon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Tutarsizligi (API/UI)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/ Fullstack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Alani Kisitlama Hatasi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Yuksek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Kritik Bug Detaylari (1/2)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4297680"/>
                <a:gridCol w="18288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Baslik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Aciklama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Atanan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Arama Sonucunda Projenin Listelenmemesi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&amp; Teklif sekmesinde, arama kutusuna dogru proje ismi yazilmasina ragmen ilgili proje sonuclarda gorunmuyor.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Team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 Teknik Lider Alani ile Atama Yapilabilmesi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 lider atama ekraninda isim alani bosaltilmasina ragmen Teknik Lider Ata butonu islemi gerceklestiriyor, sistem hata vermiyor.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/ Backend Team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Arama Hatasi ve Yanlis Etiket Isimlendirmesi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Kartlar sayfasinda arama yapildiginda mevcut projeler listelenmiyor ve arama kutusu etiketi icerikle uyumsuz.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Team / UI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Kazanilan Projeler Sayfasi Veri Alanlari Hizalama Hatasi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Kazanilan projeler sekmesinde veri kutucuklari yan yana kaymis ve birbirinin uzerine binmis (overlap) durumda.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 / UI Designer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Versiyon Olusturma - Rate Kart Bazli Secenegi Fonksiyon Hatasi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revizyonunda Yeni Versiyon Olustur altindaki Rate Kart Bazli secenegine tiklandiginda ekran bos kaliyor.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Team / Backend Team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Karti Uc Nokta Menusu Kart Disina Tasiyor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 Atanan Projeler sayfasinda proje kartlarinin sag ustundeki islem menusu kart sinirlarinin disina cikiyor.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Planla Butonu Metin ve Padding Uyumsuzlugu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sayfadaki Projeyi Planla butonu icindeki metin cok genis oldugu icin buton kenarlarina tasmis/dayanmis durumda.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Grafik Lejant Metinlerinin Kesilmesi (Text Clipping)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sayfadaki Proje Statu Dagilimi grafiginin altindaki lejant metinleri kutucuklara sigmadigi icin bolunerek yari gorununtuyor.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Sayaci ile Listelenen Proje Sayisi Uyumsuzlugu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sayfadaki Kazanilan Projeler ve Aksiyon Bekleyen Projeler basliklarindaki toplam sayi, listelenen gercek proje sayisiyla eslesmiyor.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Developer / Fullstack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Aylik Is Gunu Sayisi Alanindaki Varsayilan Degerin Silinememesi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olusturma ekraninda Aylik is gunu sayisi alanindaki mevcut karakterler silinemiyor ve alan duzenlenemiyor.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Aylik Is Gunu Alaninda Hatali Placeholder Gosterimi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duzenleme ekraninda Aylik is gunu sayisi kutucugundaki deger silindiginde arkada kalan 20 placeholder metni gorseli bozuyor.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 / UI Designer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Aylik Is Gunu Alaninin Temizlenememesi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Aylik is gunu sayisi alanindaki 20 degeri silindikten sonra baska bir yere tiklandiginda deger otomatik olarak geri donuyor.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Teklif - Maliyet/Karlilik Sabitleri Manuel Giris Hatasi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teklif ekraninda maliyet ve karlilik sabiti alanlarina manuel olarak 0 girilebilmekte ancak step butonlari ile bu degere inilemiyor.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 Sabitler ve Ek Gider Alanlari ile Teklif Olusturma Hatasi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teklif ekraninda Sabitler ve Ek Gider &amp; Risk alanlari bos birakilmasina ragmen teklif basariyla olusturulabiliyor.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/ Backend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ve Kaynak Atamada Gecersiz Personel/Sure Girisi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teklif surecinde personel sayisi ve ay degerleri 0 olarak secilebilmekte ve bu sekilde teklif olusturulabilmektedir.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Kritik Bug Detaylari (2/2)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4297680"/>
                <a:gridCol w="18288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Baslik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Aciklama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Atanan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Tahmini Sure (Ay) Alanindaki Rakamin Silinememesi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teklif ekraninda Sabit Fiyat secildiginde, Tahmini Sure (Ay) alanindaki deger birkas kez degistirildikten sonra silinemiyor.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TMP Teklif Surecinde Firma Adi Olmadan Teklif Olusturma Hatasi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TMP teklif ekraninda Firma Adi alani bos birakilmasina ragmen teklif basariyla olusturulabiliyor.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/ Backend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'Rate Kart Bulunamadi' Uyari Modalinin Kapanmama Hatasi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karti tanimlanmamis bir projede TMP teklifi verilmek istendiginde cikan uyari, Iptal butonuna basilmasina ragmen ekrandan kalmiyor.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Teklif - Proje Yonetim Maliyeti (%) Alani Bos Birakilma Hatasi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teklif ekraninda Proje Yonetim Maliyeti (%) alani bos birakilmasina ragmen teklif basariyla olusturulabiliyor.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/ Backend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(Rate Kart Bazli) - Firma Adi Olmadan Teklif Olusturma Hatasi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teklif turunde Rate Kart Bazli secim yapildiginda, Firma Adi alani bos birakilmasina ragmen teklif olusturuluyor.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/ Backend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Karti Kapatma Butonu ve Bilgi Kutucugu Ortusme Hatasi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 Atanan Projeler sayfasindaki proje detay kartinda sag ustteki kapatma (X) butonu, diger bilgi kutucuklarinin uzerine binmis durumda.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Teklifi Gor Ekranindan Geri Donuste Yanlis Sayfa Yonlendirmesi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Kullanicinin tekliflerin listelendigi ana sayfaya donmesi beklenirken sistem kullaniciyi MVP Milestone alanina atiyor. Akis bozuklugu mevcut.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Personel Bilgilerinde Sayisal Giris Engellenememesi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Soyad ve Sirket ismi gibi metin tabanli alanlara sadece sayi yazilarak kayit yapilabiliyor. Alfabetik karakter kontrolu yapilmiyor.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/ Backend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Zorunlu Personel Alanlarinin Bos Birakilabilmesi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Personel ekleme ekraninda zorunlu alanlar bos birakilmasina ragmen kayit basarili oluyor. Zorunlu alan kontrolu eksik.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Toplanti Suresi (60) Alanindaki Karakterin Silinememesi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 adimindaki 60 dakikalik varsayilan surenin basdaki karakteri silinemiyor. Input alani kilitleniyor.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ve Fatura Rol Sayisi Uyusmzaligi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icerisindeki rol sayisi ile faturaya yansiyan rol sayisi birbiriyle eslesmiyor. Iki ekran arasinda tutarsizlik var.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 Ismi Boskken Rate Kart Olusturma Adimina Gecis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 ismi silindiginde sistem bir sonraki adima gecilmesine izin veriyor. Firma Ismi alani zorunlu olmasina ragmen kontrol saglanmiyor.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Baslangic Tarihinde Gecmis Tarih Secilebilmesi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bir Milestone eklerken takvim gecmis tarihlere izin veriyor. Bugundan onceki tarihler pasif (disable) olmali.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Ekleme Modulunde Ingilizce Karakterler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ekleme ekranindaki modul/tur secenekleri Turkce olmasi gerekiken Ingilizce gorunuyor. Dil butunlugu bozulmus.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'Daha Sonra' Seceneginde Yanlis Basari Mesaji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taslagi olusturulurken 'Teklif Olusturuldu' uyarisi veriliyor. Kullaniciya 'Teklif taslagi olarak guncellendi' mesaji verilmeli.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Case'ler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743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Test Case'ler: Genel Bakis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828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51560"/>
            <a:ext cx="18288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Case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828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051560"/>
            <a:ext cx="18288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Basarili / Pass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1051560"/>
            <a:ext cx="1828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051560"/>
            <a:ext cx="18288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916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Basarisiz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12280" y="1051560"/>
            <a:ext cx="1828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051560"/>
            <a:ext cx="18288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12280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Sayisi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Bazli Dagilim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731520"/>
                <a:gridCol w="2651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&amp; Kimlik Dogrulama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TS-001, TS-028–036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Arama &amp; Navigasyon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TS-002, TS-017–025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 Lider Atama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TS-003, TS-037–042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Sicakligi &amp; Teklif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TS-004–009, TS-043–072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Yonetimi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TS-010–016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Tanimlari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TS-025–027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Tum Test Case Listesi (1/3)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5029200"/>
                <a:gridCol w="100584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 / Alan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Aciklama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&amp; Kimlik Dogrulama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Gecerli kullanici adi ve sifre ile sisteme giris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Arama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sayfada proje arama fonksiyonu dogrulamasi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 Lider Atama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Projeye teknik lider atama islemi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Sicakligi Guncelleme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sicakliginin guncellenmesi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Teklif Hazirlama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(Anahtar Teslim) teklif olusturma akisi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TMP Teklif Hazirlama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TMP (Modul Bazli) teklif olusturma akisi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Teklif Hazirlama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teklif olusturma akisi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Revizyon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Mevcut teklife yeni versiyon olusturma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Onaylama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Hazir teklifin onaylanmasi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Not Ekleme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Projeye not ekleme islemi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Paylasim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paylasim ayarlari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Duzenleme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bilgilerinin guncellenmesi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Arsivleme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Projenin arsive tasinmasi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Arsiv Listesi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Arsivlenenmis projelerin listelenmesi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Aktiflestime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Arsivdeki projenin aktiflestirilmesi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Silme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silme islemi ve dogrulama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Navigasyon - Ana Sayfa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sayfa navigasyon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Navigasyon - Projeler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Projeler menusu navigasyon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Navigasyon - Rate Kart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sayfasi erisim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- Tum Projeler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 projeler filtresi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- Bana Atananlar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 atanmis projeler filtresi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- Kazanilan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Kazanilan projeler filtresi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- Beklenen Aksiyonlar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Aksiyon bekleyen projeler filtresi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Sayfalama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sayfalamasinin dogru calistirilmasi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Tum Test Case Listesi (2/3)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5029200"/>
                <a:gridCol w="100584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 / Alan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Aciklama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Detayi Girilmeden Teklif Hazirlama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kosullar tamamlanmadan teklif hazirlanmayi engelleme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Sicakligi Guncelleme - Bos Neden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Guncelleme nedeni girilmeden islemi tamamlanamadigi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Sicakligi Guncelleme - Pozitif Senaryo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 girilerek pipe sicakliginin basariyla guncellenmesi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Karti - Pipe Durum Yazisi Guncelleme Dogrulamasi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guncellemesinden sonra kart uzerindeki statu yazisinin degisimi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Hatirlatici Kurmadan Devam Etme ve Statu Guncelleme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Hatirlatici kurulmadan ilerlendiginde proje statusunun guncellenmesi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Karti Uzerindeki Durum Yazisi Degisimi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sureci sonrasi kart uzerindeki Pipe bilgisinin guncellenmesi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TS-031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Hatirlatma Notu Olmadan Hatirlatici Kurma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tarih secilip not girilmediginde hatirlatici kurma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TS-032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Tarih ve Not Girerek Hatirlatici Kurma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 tarih hem not girilerek hatirlatici kurma basari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TS-033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Hatirlatici Ekrani - Iptal Fonksiyonu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Iptal butonuyla hatirlatici penceresinin kapanma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TS-034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Milestone Alani Bos Birakma Testi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Milestone bos birakildiginda sistemin hata vermesi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TS-035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 Sabiti Alani Silinmesi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 Sabiti bos birakildiginda teklif olusturma engeli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TS-036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Karlilik Sabiti Alani Silinmesi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Karlilik Sabiti alani bosken teklif verilmeme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TS-037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Gider (%) Alani Silinmesi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Gider % alani bosken sistemin hata vermesi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TS-038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(%) Alani Silinmesi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% kutucugu bosaltildiginda teklif engeli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TS-039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Eksik Personel Bilgisi (Sadece Rol)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rol secilip diger alanlar bos birakildiginda uyari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ve Tecrube Secimi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ve tecrube secilip sayisal degerler girilmediginde tepki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TS-041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Personel Sayisi Artirma ve Validasyon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Personel sayisi belirtilip ucret girilmediginde uyari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TS-042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Bilgisi Artirma ve Validasyon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suresi belirtilip ucret bos birakildiginda engel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TS-043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 Bilgilerle Basarili Teklif Olusturma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 zorunlu alanlar doldurularak hatasiz teklif olusturma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TS-044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Maliyet ve Ara Toplam Tutarlilik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Personel giderleri toplami ile Ara Toplam esitliginin dogrulanmasi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Tutar ve Genel Toplam Tutarlilik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Vergi ve kar eklendikten sonra Toplam Tutar ile Genel Toplam esitligi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TS-046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Taslagi Kaydetme Validasyonu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surecinde taslak kaydetme ve onay mesaji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TS-047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Taslak Tekliften Devam Etme ve Baslik Dogrulama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Kaydedilen taslagin yeniden acildiginda verilerin korunmasi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TS-048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Taslak Mevcutken Yeni Teklif Baslatma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Taslak varken sifirdan yeni teklif baslatma yonlendirme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Tum Test Case Listesi (3/3)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5029200"/>
                <a:gridCol w="100584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 / Alan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Aciklama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TS-049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Olusturma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rate kart olusturma akisi ve dogrulama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TS-050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Duzenleme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Mevcut rate kartin guncellenmesi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TS-051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Silme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silme islemi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TS-052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Planlama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planlama ekrani ve takvim islemleri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TS-053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Ekleme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Projeye milestone ekleme akisi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TS-054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Ekleme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altina sprint ekleme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 Tanimlama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 toplantisi tanimlama islemi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TS-056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Aktif Etme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Planlama sonrasi proje aktiflestirilmesi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TS-057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 Aksiyon - Karar 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 aksiyonlar ekraninda karar verme akisi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TS-058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Guncelleme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Mevcut teklifin guncellenmesi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TS-059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Coklu Teklif Karsilastirma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Birden fazla teklif versiyonunun karsilastirilmasi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PDF Export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Teklifin PDF olarak disa aktarilmasi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TS-061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- Hatali Sifre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Hatali sifre girisinde hata mesaji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TS-062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- Bos Alan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 kullanici adi veya sifre ile giris engeli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TS-063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Suresi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Oturum suresi dolumunda yonlendirme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TS-064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Sifre Sifirlama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Sifre sifirlama akisi dogrulamasi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TS-065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 Kontrolu - Salt Okuma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okuma yetkisiyle erisim sinirlamalari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TS-066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Filtreleme - Durum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 bazli proje filtreleme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TS-067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Siralama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siralama secenekleri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TS-068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Sayfa Yenileme Sonrasi Veri Koruma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Sayfa yenilemesinde form verilerinin korunmasi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TS-069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Gorunum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Farkli ekran boyutlarinda gorunum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Coklu Sekme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Coklu tarayici sekmesinde calisma kontrolu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TS-071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Mesaji Gosterimleri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Farkli hata durumlarinda mesaj gosterimleri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TS-072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Kullanici Profili Guncelleme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Kullanici profil bilgilerinin guncellenmesi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 Otomasyonu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743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UI Test Otomasyonu: Altyapi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Yigini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56692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Aciklama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Selenium WebDriver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Tarayici otomasyon motoru — Chrome / Firefox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Bagimlilik yonetimi ve CI/CD build araci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Cucumber (BDD)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Gherkin dili ile okunabilir senaryo tanimi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Allure Report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Gorsel raporlama — ekran goruntusu, adim gecmisi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 programlama dili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calistirma ve paralellik destegi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Katman Mimarisi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200400"/>
            <a:ext cx="8229600" cy="292608"/>
          </a:xfrm>
          <a:prstGeom prst="rect">
            <a:avLst>
              <a:gd name="adj" fmla="val 9375"/>
            </a:avLst>
          </a:prstGeom>
          <a:solidFill>
            <a:srgbClr val="0072CE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2004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(.feature)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474720" y="3200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senaryolari — is analistleri tarafindan okunabilir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3547872"/>
            <a:ext cx="8229600" cy="292608"/>
          </a:xfrm>
          <a:prstGeom prst="rect">
            <a:avLst>
              <a:gd name="adj" fmla="val 9375"/>
            </a:avLst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547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 (Java)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74720" y="35478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adimlarini Selenium aksiyonlarina baglar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3895344"/>
            <a:ext cx="8229600" cy="292608"/>
          </a:xfrm>
          <a:prstGeom prst="rect">
            <a:avLst>
              <a:gd name="adj" fmla="val 9375"/>
            </a:avLst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895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474720" y="38953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sayfa icin ayri sinif — bakim kolayligi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8229600" cy="292608"/>
          </a:xfrm>
          <a:prstGeom prst="rect">
            <a:avLst>
              <a:gd name="adj" fmla="val 9375"/>
            </a:avLst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2428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(Before/After)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474720" y="42428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baslat/kapat, ekran goruntusu alma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57200" y="4590288"/>
            <a:ext cx="8229600" cy="292608"/>
          </a:xfrm>
          <a:prstGeom prst="rect">
            <a:avLst>
              <a:gd name="adj" fmla="val 9375"/>
            </a:avLst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5902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Annotations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474720" y="4590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@Step, @Attachment ile zengin raporlama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UI Test Otomasyonu: 8-Haftalik Plan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Durum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Altyapi kurulumu tamamlandi (Maven, Cucumber, Allure Report)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Raporlama mantigi kuruldu ve test ortami dogrulandi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Manuel testler bu hafta sonunda tamamlanacak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72 test case otomasyon kuyruguna aktarilmaya hazir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UI Otomasyon Takvimi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40280"/>
          <a:ext cx="8595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2560320"/>
                <a:gridCol w="3200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Kapsam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Case'ler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 Odak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&amp; Kimlik Dogrulama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TS-001, TS-028-036 (10 senaryo)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yazimi + Step implementasyonu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Arama &amp; Navigasyon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TS-002, TS-017-025 (10 senaryo)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 gelistirme + sayfa entegrasyonu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 Lider Atama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TS-003, TS-037-042 (8 senaryo)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Dinamik form akislari + dropdown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Sicakligi &amp; TK Teklif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TS-004-006, TS-043-049 (10 sen.)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Kaydirici, cok adimli form testleri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TMP / Hibrit Teklif Akislari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TS-007-009, TS-050-051 (6 sen.)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Modal, validasyon ve hata akislari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Yonetimi &amp; Rate Kart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TS-010-016, TS-025-027 (10 sen.)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islemleri + baglanti testleri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Entegrasyon &amp; Smoke Test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 kritik akislar (36 senaryo)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Cross-browser + paralel calistirma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 &amp; Rapor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 suite (72 senaryo)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entegrasyonu + Allure dashboard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Tahmini toplam sure: 8 hafta  |  Her hafta sonu Allure raporu paylasimi  |  Hafta 7-8 paralel API otomasyonuyla uyumlu yurutulur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Servis Test Otomasyonu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743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API Servis Test Otomasyonu: Altyapi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411480"/>
          </a:xfrm>
          <a:prstGeom prst="rect">
            <a:avLst>
              <a:gd name="adj" fmla="val 11111"/>
            </a:avLst>
          </a:prstGeom>
          <a:solidFill>
            <a:srgbClr val="E8F0F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36576" cy="41148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Bagimsizligi: API otomasyon projesi, UI otomasyon projesinden bagimsiz yapilandirilmistir — bakim kolayligi, bagimsiz calistirma ve hiz avantaji saglar.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Yigini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Arac / Kutuphane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Kullanim Amaci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Assured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tabanli HTTP istek/yanit dogrulama kutuphanesi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Bagimlilik yonetimi ve build pipeline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organizasyonu ve paralel calistirma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Allure Report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yanit, durum kodu ve hata detayiyla raporlama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Schema Val.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Yanit semasi dogrulama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 / Swagger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kesfi ve manuel dogrulama referansi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3474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Kapsami &amp; Strateji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Authentication endpoint'leri (token alma, gecersiz kimlik bilgisi)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31520" y="39044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 CRUD operasyonlari (POST / GET / PUT / DELETE)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1520" y="41056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Teklif olusturma ve guncelleme servisleri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31520" y="430682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 Kart API'leri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31520" y="45079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Hata yonetimi — 400 / 401 / 404 / 500 yanit dogrulama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31520" y="47091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Beklenen yanit suresi (response time) threshold testleri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API Test Otomasyonu: 8-Haftalik Plan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Durum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test altyapisi kurulumu tamamlandi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Assured proje yapisi ve Maven baglimliliklari tanimlandi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Allure entegrasyonu yapilandirildi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Endpoint listesi ve Swagger / Postman collection hazirlaniyor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API Otomasyon Takvimi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40280"/>
          <a:ext cx="8595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560320"/>
                <a:gridCol w="5212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Kapsam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&amp; Token Testleri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gecersiz kimlik, token yenileme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API'leri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Olusturma, listeleme, guncelleme, silme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API'leri — TK &amp; TMP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ve TMP teklif olusturma / guncelleme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&amp; Pipe API'leri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 teklif, pipe sicakligi endpoint'leri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API'leri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Kart CRUD ve listeleme testleri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Planlama &amp; Arsiv API'leri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planlama, aktiflestime, arsivleme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Senaryolari (4xx / 5xx)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Negatif testler, sinir deger ve bos alan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Performans &amp; Finalizasyon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 testleri + Allure raporu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Tahmini toplam sure: 8 hafta  |  UI ve API otomasyon surecleri paralel yurutulabilir  |  Her sprint sonu capraz dogrulama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Zaman Plani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743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&amp; Test Otomasyon Sureci  | 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Gizli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Genel Zaman Plani (8 Haftalik Konsolide Gantt)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Konsolide Takvim — UI &amp; API Paralel Surec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377440" cy="246888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8872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Gorev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188720"/>
            <a:ext cx="749808" cy="246888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18872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93008" y="1188720"/>
            <a:ext cx="749808" cy="246888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118872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242816" y="1188720"/>
            <a:ext cx="749808" cy="246888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15" name="Text 13"/>
          <p:cNvSpPr/>
          <p:nvPr/>
        </p:nvSpPr>
        <p:spPr>
          <a:xfrm>
            <a:off x="4242816" y="118872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92624" y="1188720"/>
            <a:ext cx="749808" cy="246888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17" name="Text 15"/>
          <p:cNvSpPr/>
          <p:nvPr/>
        </p:nvSpPr>
        <p:spPr>
          <a:xfrm>
            <a:off x="4992624" y="118872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742432" y="1188720"/>
            <a:ext cx="749808" cy="246888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19" name="Text 17"/>
          <p:cNvSpPr/>
          <p:nvPr/>
        </p:nvSpPr>
        <p:spPr>
          <a:xfrm>
            <a:off x="5742432" y="118872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492240" y="1188720"/>
            <a:ext cx="749808" cy="246888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18872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242048" y="1188720"/>
            <a:ext cx="749808" cy="246888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23" name="Text 21"/>
          <p:cNvSpPr/>
          <p:nvPr/>
        </p:nvSpPr>
        <p:spPr>
          <a:xfrm>
            <a:off x="7242048" y="118872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991856" y="1188720"/>
            <a:ext cx="749808" cy="246888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25" name="Text 23"/>
          <p:cNvSpPr/>
          <p:nvPr/>
        </p:nvSpPr>
        <p:spPr>
          <a:xfrm>
            <a:off x="7991856" y="118872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1435608"/>
            <a:ext cx="2377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43560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Test Tamamlama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0" y="1435608"/>
            <a:ext cx="749808" cy="246888"/>
          </a:xfrm>
          <a:prstGeom prst="rect">
            <a:avLst/>
          </a:prstGeom>
          <a:solidFill>
            <a:srgbClr val="0072CE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93008" y="143560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42816" y="143560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92624" y="143560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42432" y="143560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43560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42048" y="143560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91856" y="143560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1682496"/>
            <a:ext cx="2377440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168249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Login &amp; Navigasyon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743200" y="168249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93008" y="1682496"/>
            <a:ext cx="749808" cy="246888"/>
          </a:xfrm>
          <a:prstGeom prst="rect">
            <a:avLst/>
          </a:prstGeom>
          <a:solidFill>
            <a:srgbClr val="0072CE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42816" y="168249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92624" y="168249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42432" y="168249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0" y="168249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42048" y="168249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91856" y="168249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1929384"/>
            <a:ext cx="2377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192938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Teknik Lider &amp; Arama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743200" y="192938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93008" y="192938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42816" y="1929384"/>
            <a:ext cx="749808" cy="246888"/>
          </a:xfrm>
          <a:prstGeom prst="rect">
            <a:avLst/>
          </a:prstGeom>
          <a:solidFill>
            <a:srgbClr val="0072CE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92624" y="192938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42432" y="192938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192938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42048" y="192938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91856" y="192938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" y="2176272"/>
            <a:ext cx="2377440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21762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Pipe &amp; TK Teklif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743200" y="2176272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93008" y="2176272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42816" y="2176272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92624" y="2176272"/>
            <a:ext cx="749808" cy="246888"/>
          </a:xfrm>
          <a:prstGeom prst="rect">
            <a:avLst/>
          </a:prstGeom>
          <a:solidFill>
            <a:srgbClr val="0072CE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42432" y="2176272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92240" y="2176272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42048" y="2176272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91856" y="2176272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5760" y="2423160"/>
            <a:ext cx="2377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242316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TMP / Hibrit Teklif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743200" y="2423160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93008" y="2423160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42816" y="2423160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992624" y="2423160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742432" y="2423160"/>
            <a:ext cx="749808" cy="246888"/>
          </a:xfrm>
          <a:prstGeom prst="rect">
            <a:avLst/>
          </a:prstGeom>
          <a:solidFill>
            <a:srgbClr val="0072CE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92240" y="2423160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42048" y="2423160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91856" y="2423160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5760" y="2670048"/>
            <a:ext cx="2377440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267004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Proje Yonetimi &amp; Rate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743200" y="2670048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493008" y="2670048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242816" y="2670048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992624" y="2670048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742432" y="2670048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92240" y="2670048"/>
            <a:ext cx="749808" cy="246888"/>
          </a:xfrm>
          <a:prstGeom prst="rect">
            <a:avLst/>
          </a:prstGeom>
          <a:solidFill>
            <a:srgbClr val="0072CE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242048" y="2670048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991856" y="2670048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65760" y="2916936"/>
            <a:ext cx="2377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291693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Entegrasyon &amp; Smoke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2743200" y="2916936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493008" y="2916936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42816" y="2916936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92624" y="2916936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742432" y="2916936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92240" y="2916936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242048" y="2916936"/>
            <a:ext cx="749808" cy="246888"/>
          </a:xfrm>
          <a:prstGeom prst="rect">
            <a:avLst/>
          </a:prstGeom>
          <a:solidFill>
            <a:srgbClr val="0072CE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991856" y="2916936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65760" y="3163824"/>
            <a:ext cx="2377440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0" y="316382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Regresyon &amp; Rapor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2743200" y="3163824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493008" y="3163824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42816" y="3163824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92624" y="3163824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742432" y="3163824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492240" y="3163824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242048" y="3163824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991856" y="3163824"/>
            <a:ext cx="749808" cy="246888"/>
          </a:xfrm>
          <a:prstGeom prst="rect">
            <a:avLst/>
          </a:prstGeom>
          <a:solidFill>
            <a:srgbClr val="0072CE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5760" y="3410712"/>
            <a:ext cx="2377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7200" y="341071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Auth &amp; Token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2743200" y="3410712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493008" y="3410712"/>
            <a:ext cx="749808" cy="246888"/>
          </a:xfrm>
          <a:prstGeom prst="rect">
            <a:avLst/>
          </a:prstGeom>
          <a:solidFill>
            <a:srgbClr val="00897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42816" y="3410712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992624" y="3410712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742432" y="3410712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492240" y="3410712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242048" y="3410712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991856" y="3410712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65760" y="3657600"/>
            <a:ext cx="2377440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57200" y="365760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Proje CRUD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2743200" y="3657600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493008" y="3657600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42816" y="3657600"/>
            <a:ext cx="749808" cy="246888"/>
          </a:xfrm>
          <a:prstGeom prst="rect">
            <a:avLst/>
          </a:prstGeom>
          <a:solidFill>
            <a:srgbClr val="00897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992624" y="3657600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742432" y="3657600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492240" y="3657600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242048" y="3657600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91856" y="3657600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65760" y="3904488"/>
            <a:ext cx="2377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57200" y="390448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Teklif (TK/TMP/Hibrit)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743200" y="390448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493008" y="390448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242816" y="390448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992624" y="3904488"/>
            <a:ext cx="749808" cy="246888"/>
          </a:xfrm>
          <a:prstGeom prst="rect">
            <a:avLst/>
          </a:prstGeom>
          <a:solidFill>
            <a:srgbClr val="00897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742432" y="3904488"/>
            <a:ext cx="749808" cy="246888"/>
          </a:xfrm>
          <a:prstGeom prst="rect">
            <a:avLst/>
          </a:prstGeom>
          <a:solidFill>
            <a:srgbClr val="00897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492240" y="390448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242048" y="390448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91856" y="3904488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65760" y="4151376"/>
            <a:ext cx="2377440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57200" y="415137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Rate Kart &amp; Planlama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2743200" y="415137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493008" y="415137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242816" y="415137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992624" y="415137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742432" y="415137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492240" y="4151376"/>
            <a:ext cx="749808" cy="246888"/>
          </a:xfrm>
          <a:prstGeom prst="rect">
            <a:avLst/>
          </a:prstGeom>
          <a:solidFill>
            <a:srgbClr val="00897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242048" y="415137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991856" y="4151376"/>
            <a:ext cx="749808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5760" y="4398264"/>
            <a:ext cx="237744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57200" y="439826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Hata &amp; Performans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2743200" y="439826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493008" y="439826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242816" y="439826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992624" y="439826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42432" y="439826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492240" y="4398264"/>
            <a:ext cx="749808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242048" y="4398264"/>
            <a:ext cx="749808" cy="246888"/>
          </a:xfrm>
          <a:prstGeom prst="rect">
            <a:avLst/>
          </a:prstGeom>
          <a:solidFill>
            <a:srgbClr val="00897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991856" y="4398264"/>
            <a:ext cx="749808" cy="246888"/>
          </a:xfrm>
          <a:prstGeom prst="rect">
            <a:avLst/>
          </a:prstGeom>
          <a:solidFill>
            <a:srgbClr val="00897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286000" y="4828032"/>
            <a:ext cx="274320" cy="18288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157" name="Text 155"/>
          <p:cNvSpPr/>
          <p:nvPr/>
        </p:nvSpPr>
        <p:spPr>
          <a:xfrm>
            <a:off x="260604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Otomasyon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4389120" y="4828032"/>
            <a:ext cx="274320" cy="1828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9" name="Text 157"/>
          <p:cNvSpPr/>
          <p:nvPr/>
        </p:nvSpPr>
        <p:spPr>
          <a:xfrm>
            <a:off x="470916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Otomasyon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Tesekkurler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BilgeAdam Teknoloji  |  QA Ekibi  | 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2026-04-01T08:18:32Z</dcterms:created>
  <dcterms:modified xsi:type="dcterms:W3CDTF">2026-04-01T08:18:32Z</dcterms:modified>
</cp:coreProperties>
</file>