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205B-4A76-4E14-9C05-3006BB431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FBE2C-6E69-4DB6-B3AD-2E3A220B6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50BE7-B8F3-43AD-B685-AE0BD062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3E848-4CDB-4D27-8339-638C83F4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CC6E-8C94-4661-A87C-77554D7A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824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360-A612-467C-B3B4-63A66B30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04C44-0CD5-444D-B536-159EBC386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7034-44B2-48CF-9BFE-94905D34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60DB2-B188-4243-A7A8-74AA6B60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D9FF-78A8-4941-A905-D65F7E97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492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02D1-546F-45C6-985C-7E0EB699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55EF8-B5F0-42DE-8144-02008BB95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8637-4A6A-4915-99E4-E67F69B6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2FC2E-CF6F-4843-B767-A91BF78F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6E87-2267-46BD-9DA6-81E4D5D5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891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E1F4-EF23-416A-8D0F-30CC1108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9F90-B6CD-4FAE-B541-342C47660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447C4-189F-4319-976B-DC720FB69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41467-7ECD-4F9A-8A73-8B30C8D12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304E3-BF2E-4617-902B-3C4CADD1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FE7B1-3D84-4734-A667-E8CACD4B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5724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A99D2-6F8E-483F-AFC5-FC316DEB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CF2E8-F4AA-4E10-A6BC-40231B424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232A9-14DA-4E44-B324-5E084FB89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1AE09-F285-459B-B4C2-805BB3EB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CB035-4C00-4B55-9A62-2E3BA19EB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FE5CB-250A-4CBA-9B52-89FB6B73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51233-7042-4E23-ACEA-C7AB29BF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AFDFD-C6A3-41E9-B045-8B035E7A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872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7F22-93E7-4644-86C0-BE83B61E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F8D5C-88D3-405E-8971-16A86779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3F802-DFB1-491E-BA1B-E5FF6B31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CF18A-1741-4E65-BE40-ECC025A6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080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E8D84-3B3B-42A6-AF47-028B69E4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6CD46-230C-4508-8843-CFF90778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9AD45-2439-43F2-88DF-B13064EF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24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2CC6-DDCD-43DC-86B3-D449B873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DFF4E-8D5C-4431-82A7-D574BAC5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6CC77-A136-4ABD-A189-F08F9E935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D7C0-F7F2-4E51-80E8-61EFDFB07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8856E-DF06-465D-8B3A-4CFF17BA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E0E31-B584-4DBB-9CAA-3EE35577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831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0692-5FF3-4F8B-8442-7EE87C86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6C5EB-3408-4678-B398-7BD5DAAE2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FE9EA-D6B8-4DE8-91F6-3BCAAAE8F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A8ADD-E0EE-4866-9809-33EA6596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B7254-E585-42E7-9C26-1F029460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173AD-4890-490B-9A15-66C11B9E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93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AAD4-6727-401C-B783-E7252FF6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39377-D185-48EA-9069-E88538D01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D0889-366F-4339-A3D0-B954E703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C9025-149A-44DF-B49C-8FDD3CA5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40A26-E1F9-4F2A-8A95-0340C3C1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447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DE5E4-DBFB-45B7-AD8C-A3170257C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3C0F0-0727-43B9-AB8F-82202519D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E1392-6728-47F9-816C-2B5D4A46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0D23B-C1C2-4983-B9C2-BA55EDF77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764B-71EF-4F4B-9EBC-57EC5072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808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9F5E2-DD3E-418B-B9E2-64CCAD8C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308ED-6477-4F91-8203-271291D4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0CB1D-8449-4471-B8C1-43FA15B97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8D214-926E-4262-9AFD-2AAF9E82F43B}" type="datetimeFigureOut">
              <a:rPr lang="tr-TR" smtClean="0"/>
              <a:t>20.06.2025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FCDD8-AAE4-4CD9-83F3-4EF2D5988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0475E-E19A-4D79-9886-FFFA40A72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DD06C-684A-48A7-88F7-7268052C64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275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E8C8-C986-4F94-9F21-5F07319F8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Test .pptx</a:t>
            </a:r>
          </a:p>
        </p:txBody>
      </p:sp>
    </p:spTree>
    <p:extLst>
      <p:ext uri="{BB962C8B-B14F-4D97-AF65-F5344CB8AC3E}">
        <p14:creationId xmlns:p14="http://schemas.microsoft.com/office/powerpoint/2010/main" val="144462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 .pptx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.pptx</dc:title>
  <dc:creator>Ihsan KONARGOCER (BilgeAdam)</dc:creator>
  <cp:lastModifiedBy>Ihsan KONARGOCER (BilgeAdam)</cp:lastModifiedBy>
  <cp:revision>2</cp:revision>
  <dcterms:created xsi:type="dcterms:W3CDTF">2025-06-20T12:13:05Z</dcterms:created>
  <dcterms:modified xsi:type="dcterms:W3CDTF">2025-06-20T12:13:41Z</dcterms:modified>
</cp:coreProperties>
</file>